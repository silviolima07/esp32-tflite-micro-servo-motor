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0" r:id="rId2"/>
    <p:sldId id="256" r:id="rId3"/>
    <p:sldId id="268" r:id="rId4"/>
    <p:sldId id="271" r:id="rId5"/>
    <p:sldId id="278" r:id="rId6"/>
    <p:sldId id="275" r:id="rId7"/>
    <p:sldId id="276" r:id="rId8"/>
    <p:sldId id="277" r:id="rId9"/>
    <p:sldId id="264" r:id="rId10"/>
    <p:sldId id="265" r:id="rId11"/>
    <p:sldId id="266" r:id="rId12"/>
    <p:sldId id="25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29" autoAdjust="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210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A03B72E5-8675-4537-1368-C3FEF848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015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2C2DE6D0-ABCD-D330-05BC-54C98B4B2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520" y="162233"/>
            <a:ext cx="11308080" cy="648928"/>
          </a:xfrm>
        </p:spPr>
        <p:txBody>
          <a:bodyPr>
            <a:normAutofit fontScale="90000"/>
          </a:bodyPr>
          <a:lstStyle/>
          <a:p>
            <a:b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3100" b="1" dirty="0">
                <a:latin typeface="Arial" panose="020B0604020202020204" pitchFamily="34" charset="0"/>
                <a:cs typeface="Arial" panose="020B0604020202020204" pitchFamily="34" charset="0"/>
              </a:rPr>
              <a:t>Reconhecimento de comandos de voz com Edge AI no ESP32-S3</a:t>
            </a:r>
            <a:b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pt-BR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4E4F078B-1F88-630F-8F00-8AAD5A971D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56852" y="1504335"/>
            <a:ext cx="9217742" cy="5070497"/>
          </a:xfr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471" y="185978"/>
            <a:ext cx="115627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Reconhecimento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comandos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voz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com Edge AI no ESP32-S3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08802"/>
            <a:ext cx="10165155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endParaRPr lang="pt-BR" sz="2000" b="1" dirty="0"/>
          </a:p>
          <a:p>
            <a:pPr>
              <a:defRPr sz="1400"/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Do dataset 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treinamento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Colab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à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inferência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INT8 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acionamento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de servo no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Wokwi</a:t>
            </a:r>
            <a:endParaRPr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1940540"/>
            <a:ext cx="10834165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Objetivo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900"/>
              </a:spcAft>
              <a:defRPr sz="2000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reconhecer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“ABRIR PORTA” e “FECHAR PORTA”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localmente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microcontrolador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900"/>
              </a:spcAft>
              <a:defRPr sz="2000"/>
            </a:pP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900"/>
              </a:spcAft>
              <a:defRPr sz="20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Pipeline final: </a:t>
            </a: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900"/>
              </a:spcAft>
              <a:defRPr sz="2000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áudio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→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pré-processamento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→ MFCC →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normalização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→ INT8 → CNN →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classe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→ servo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28835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5471" y="185978"/>
            <a:ext cx="115627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Reconhecimento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comandos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voz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com Edge AI no ESP32-S3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1645" y="2382559"/>
            <a:ext cx="108341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/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62FF8D97-5F69-9691-3383-CD994E5A6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6263"/>
            <a:ext cx="12192000" cy="1866406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A858C570-3EA0-1DCB-62EC-8B0256996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23626"/>
            <a:ext cx="4486460" cy="2610214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A71BCB62-B482-887C-E4DC-7E2FE32660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9229" y="2923626"/>
            <a:ext cx="7502771" cy="3748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188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4990A076-8057-0901-D714-381BB24D9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311"/>
            <a:ext cx="12192000" cy="681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262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5D11F07-3FAA-06F0-A929-CFAA1BF96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39"/>
            <a:ext cx="12192000" cy="6830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524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9593607-844F-41C4-6900-3D719A384E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370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60EE290-DB48-F7DE-7A3C-029F69AC5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7210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735002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Execução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Wokwi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seleção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áudios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 descr="Escolher_audio_tes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669280" cy="4830761"/>
          </a:xfrm>
          <a:prstGeom prst="rect">
            <a:avLst/>
          </a:prstGeom>
        </p:spPr>
      </p:pic>
      <p:pic>
        <p:nvPicPr>
          <p:cNvPr id="4" name="Picture 3" descr="INFEREN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234440"/>
            <a:ext cx="5074920" cy="3018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303520"/>
            <a:ext cx="107899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/>
            </a:pP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023709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6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áudios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inéditos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para a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inferência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embarcada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325880"/>
          <a:ext cx="107899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Teste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Classe real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Previsão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Resultado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ABRIR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ABRIR 99,22%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Correto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ABRIR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ABRIR 100,00%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Correto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FECHAR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FECHAR 97,27%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Correto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FECHAR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FECHAR 97,27%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Correto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05 – ElevenLabs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FECHAR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rPr dirty="0"/>
                        <a:t>FECHAR 96,88%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Correto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06 – Audacity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ABRIR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FECHAR 96,88%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rPr dirty="0" err="1"/>
                        <a:t>Incorreto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983480"/>
            <a:ext cx="1078992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/>
            </a:pP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quatro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primeiros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testes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cegos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foram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corretos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pt-BR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900"/>
              </a:spcAft>
              <a:defRPr sz="1600"/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O teste 05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também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generalizou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uma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nova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voz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>
              <a:spcAft>
                <a:spcPts val="900"/>
              </a:spcAft>
              <a:defRPr sz="1600"/>
            </a:pP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O teste 06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errou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com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alta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confiança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evidência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de que o dataset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ainda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precisa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maior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diversidade</a:t>
            </a:r>
            <a:r>
              <a:rPr sz="20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2000" dirty="0" err="1">
                <a:latin typeface="Arial" panose="020B0604020202020204" pitchFamily="34" charset="0"/>
                <a:cs typeface="Arial" panose="020B0604020202020204" pitchFamily="34" charset="0"/>
              </a:rPr>
              <a:t>locutores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554350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Evidências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dos testes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externos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 descr="TESTE_AUDIO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" y="1234440"/>
            <a:ext cx="5303520" cy="5265181"/>
          </a:xfrm>
          <a:prstGeom prst="rect">
            <a:avLst/>
          </a:prstGeom>
        </p:spPr>
      </p:pic>
      <p:pic>
        <p:nvPicPr>
          <p:cNvPr id="4" name="Picture 3" descr="TESTE_AUDIO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34440"/>
            <a:ext cx="5303520" cy="249577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_wide_infographic_poster_with_a_clean_block_di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39" y="228600"/>
            <a:ext cx="11931445" cy="6400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550</TotalTime>
  <Words>188</Words>
  <Application>Microsoft Office PowerPoint</Application>
  <PresentationFormat>Widescreen</PresentationFormat>
  <Paragraphs>46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Apresentação do PowerPoint</vt:lpstr>
      <vt:lpstr> Reconhecimento de comandos de voz com Edge AI no ESP32-S3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>Silvio Cesar</dc:creator>
  <cp:keywords/>
  <dc:description>generated using python-pptx</dc:description>
  <cp:lastModifiedBy>SILVIO CESAR DE LIMA</cp:lastModifiedBy>
  <cp:revision>9</cp:revision>
  <dcterms:created xsi:type="dcterms:W3CDTF">2013-01-27T09:14:16Z</dcterms:created>
  <dcterms:modified xsi:type="dcterms:W3CDTF">2026-10-07T22:18:00Z</dcterms:modified>
  <cp:category/>
</cp:coreProperties>
</file>