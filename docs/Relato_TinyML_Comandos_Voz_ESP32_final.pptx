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68" r:id="rId4"/>
    <p:sldId id="271" r:id="rId5"/>
    <p:sldId id="274" r:id="rId6"/>
    <p:sldId id="275" r:id="rId7"/>
    <p:sldId id="260" r:id="rId8"/>
    <p:sldId id="269" r:id="rId9"/>
    <p:sldId id="264" r:id="rId10"/>
    <p:sldId id="265" r:id="rId11"/>
    <p:sldId id="266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03B72E5-8675-4537-1368-C3FEF848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01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C2DE6D0-ABCD-D330-05BC-54C98B4B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162233"/>
            <a:ext cx="11308080" cy="648928"/>
          </a:xfrm>
        </p:spPr>
        <p:txBody>
          <a:bodyPr>
            <a:normAutofit fontScale="90000"/>
          </a:bodyPr>
          <a:lstStyle/>
          <a:p>
            <a:b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100" b="1" dirty="0">
                <a:latin typeface="Arial" panose="020B0604020202020204" pitchFamily="34" charset="0"/>
                <a:cs typeface="Arial" panose="020B0604020202020204" pitchFamily="34" charset="0"/>
              </a:rPr>
              <a:t>Reconhecimento de comandos de voz com Edge AI no ESP32-S3</a:t>
            </a:r>
            <a:b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4E4F078B-1F88-630F-8F00-8AAD5A971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852" y="1504335"/>
            <a:ext cx="9217742" cy="507049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185978"/>
            <a:ext cx="11562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Reconhecimento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comandos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voz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com Edge AI no ESP32-S3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8802"/>
            <a:ext cx="1016515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endParaRPr lang="pt-BR" sz="2000" b="1" dirty="0"/>
          </a:p>
          <a:p>
            <a:pPr>
              <a:defRPr sz="14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 dataset 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treinamento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inferência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INT8 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acionamento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servo no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Wokwi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940540"/>
            <a:ext cx="1083416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reconhecer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“ABRIR PORTA” e “FECHAR PORTA”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localmente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microcontrolador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Pipeline final: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áudio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pré-processamento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MFCC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normalização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INT8 → CNN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classe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servo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883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185978"/>
            <a:ext cx="11562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Reconhecimento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comandos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voz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com Edge AI no ESP32-S3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1645" y="2382559"/>
            <a:ext cx="10834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2FF8D97-5F69-9691-3383-CD994E5A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263"/>
            <a:ext cx="12192000" cy="18664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858C570-3EA0-1DCB-62EC-8B0256996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3626"/>
            <a:ext cx="4486460" cy="261021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71BCB62-B482-887C-E4DC-7E2FE3266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229" y="2923626"/>
            <a:ext cx="7502771" cy="374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8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7E3BAD-75B5-7024-B948-32DAB9B0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80"/>
            <a:ext cx="12192000" cy="669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9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D11F07-3FAA-06F0-A929-CFAA1BF96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9"/>
            <a:ext cx="12192000" cy="683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2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730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implementação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Python/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ESP32-S3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666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900"/>
              </a:spcAft>
              <a:defRPr sz="1800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áudio →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janelamento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→ FFT → espectro de potência → filtros Mel → log → DCT → MFCC</a:t>
            </a:r>
          </a:p>
          <a:p>
            <a:pPr algn="just">
              <a:spcAft>
                <a:spcPts val="900"/>
              </a:spcAft>
              <a:defRPr sz="1800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900"/>
              </a:spcAft>
              <a:defRPr sz="1800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900"/>
              </a:spcAft>
              <a:buFont typeface="Arial" panose="020B0604020202020204" pitchFamily="34" charset="0"/>
              <a:buChar char="•"/>
              <a:defRPr sz="18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ESP-DSP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usado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para FFT/MFCC; 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implementação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precisou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ajustada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memória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limitada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execução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simulador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spcAft>
                <a:spcPts val="900"/>
              </a:spcAft>
              <a:buFont typeface="Arial" panose="020B0604020202020204" pitchFamily="34" charset="0"/>
              <a:buChar char="•"/>
              <a:defRPr sz="18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Buffers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grandes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foram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reduzidos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reutilizados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e o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áudio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processado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passou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a ser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alocado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dinamicamente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900"/>
              </a:spcAft>
              <a:buFont typeface="Arial" panose="020B0604020202020204" pitchFamily="34" charset="0"/>
              <a:buChar char="•"/>
              <a:defRPr sz="1800"/>
            </a:pP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2.42: operações recursivas/submódulos ficavam presas durante configure/build; atualização para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2.56 eliminou esse bloqueio no ambiente.</a:t>
            </a:r>
          </a:p>
          <a:p>
            <a:pPr marL="342900" indent="-342900" algn="just">
              <a:spcAft>
                <a:spcPts val="900"/>
              </a:spcAft>
              <a:buFont typeface="Arial" panose="020B0604020202020204" pitchFamily="34" charset="0"/>
              <a:buChar char="•"/>
              <a:defRPr sz="1800"/>
            </a:pP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TFLite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Micro/ESP-NN otimizado: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MaxPool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causava falha no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Wokwi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menuconfig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foi alterado para inferência ANSI C.</a:t>
            </a:r>
          </a:p>
          <a:p>
            <a:pPr marL="342900" indent="-342900" algn="just">
              <a:spcAft>
                <a:spcPts val="900"/>
              </a:spcAft>
              <a:buFont typeface="Arial" panose="020B0604020202020204" pitchFamily="34" charset="0"/>
              <a:buChar char="•"/>
              <a:defRPr sz="1800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FFT: as chamadas genéricas do ESP-DSP produziram espectro divergente no ambiente atual; chamadas explícitas dsps_fft2r_fc32_ansi e dsps_bit_rev_fc32_ansi passaram a coincidir com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900"/>
              </a:spcAft>
              <a:defRPr sz="1800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900"/>
              </a:spcAft>
              <a:defRPr sz="1800"/>
            </a:pPr>
            <a:endParaRPr lang="pt-BR" sz="3200" dirty="0"/>
          </a:p>
          <a:p>
            <a:pPr algn="just">
              <a:spcAft>
                <a:spcPts val="900"/>
              </a:spcAft>
              <a:defRPr sz="1800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3799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Fluxo do áudio a classificação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0C25488-FDD7-2103-7B79-8B5689F77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914400"/>
            <a:ext cx="11592232" cy="58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4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3500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Execução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Wokwi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seleção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áudios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Escolher_audio_te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669280" cy="4830761"/>
          </a:xfrm>
          <a:prstGeom prst="rect">
            <a:avLst/>
          </a:prstGeom>
        </p:spPr>
      </p:pic>
      <p:pic>
        <p:nvPicPr>
          <p:cNvPr id="4" name="Picture 3" descr="INFER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34440"/>
            <a:ext cx="5074920" cy="3018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303520"/>
            <a:ext cx="10789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2370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6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áudios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inéditos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para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inferência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embarcada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2588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Classe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Previsão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 99,22%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 100,00%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97,27%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97,27%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05 – ElevenLabs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FECHAR 96,88%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06 – Audacity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96,88%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 err="1"/>
                        <a:t>Incorreto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983480"/>
            <a:ext cx="107899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quatro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primeiros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testes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cegos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foram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corretos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 teste 05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também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generalizou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nova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voz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900"/>
              </a:spcAft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 teste 06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errou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alta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confiança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evidência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que o dataset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ainda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precisa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maior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diversidade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locutores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5435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Evidências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dos testes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externos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TESTE_AUDIO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234440"/>
            <a:ext cx="5303520" cy="5265181"/>
          </a:xfrm>
          <a:prstGeom prst="rect">
            <a:avLst/>
          </a:prstGeom>
        </p:spPr>
      </p:pic>
      <p:pic>
        <p:nvPicPr>
          <p:cNvPr id="4" name="Picture 3" descr="TESTE_AUDIO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2495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wide_infographic_poster_with_a_clean_block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9" y="228600"/>
            <a:ext cx="11931445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341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 Reconhecimento de comandos de voz com Edge AI no ESP32-S3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Silvio Cesar</dc:creator>
  <cp:keywords/>
  <dc:description>generated using python-pptx</dc:description>
  <cp:lastModifiedBy>SILVIO CESAR DE LIMA</cp:lastModifiedBy>
  <cp:revision>7</cp:revision>
  <dcterms:created xsi:type="dcterms:W3CDTF">2013-01-27T09:14:16Z</dcterms:created>
  <dcterms:modified xsi:type="dcterms:W3CDTF">2026-10-07T17:57:09Z</dcterms:modified>
  <cp:category/>
</cp:coreProperties>
</file>