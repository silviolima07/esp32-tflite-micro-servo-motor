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gFuuxtQuTv+wwI/TyABzLccznF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B44E3FE-4188-451E-8328-7880FBF265C4}">
  <a:tblStyle styleId="{DB44E3FE-4188-451E-8328-7880FBF265C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350520" y="162233"/>
            <a:ext cx="11308080" cy="64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br>
              <a:rPr lang="en-US" b="1">
                <a:latin typeface="Arial"/>
                <a:ea typeface="Arial"/>
                <a:cs typeface="Arial"/>
                <a:sym typeface="Arial"/>
              </a:rPr>
            </a:br>
            <a:r>
              <a:rPr lang="en-US" sz="3100" b="1">
                <a:latin typeface="Arial"/>
                <a:ea typeface="Arial"/>
                <a:cs typeface="Arial"/>
                <a:sym typeface="Arial"/>
              </a:rPr>
              <a:t>Reconhecimento de comandos de voz com Edge AI no ESP32-S3</a:t>
            </a:r>
            <a:br>
              <a:rPr lang="en-US" b="1">
                <a:latin typeface="Arial"/>
                <a:ea typeface="Arial"/>
                <a:cs typeface="Arial"/>
                <a:sym typeface="Arial"/>
              </a:rPr>
            </a:b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56852" y="1504335"/>
            <a:ext cx="9217742" cy="5070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167DD-FC5B-B498-2DC2-82B8E4429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938474-2ED7-D696-D953-D6136EAD4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08295EC-53C9-CB6A-0755-D19E97916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"/>
            <a:ext cx="12192000" cy="68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6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 txBox="1"/>
          <p:nvPr/>
        </p:nvSpPr>
        <p:spPr>
          <a:xfrm>
            <a:off x="265471" y="185978"/>
            <a:ext cx="1156273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Reconhecimento de comandos de voz com Edge AI no ESP32-S3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2101645" y="2382559"/>
            <a:ext cx="1083416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16263"/>
            <a:ext cx="12192000" cy="1866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923626"/>
            <a:ext cx="4486460" cy="2610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89229" y="2923626"/>
            <a:ext cx="7502771" cy="3748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311"/>
            <a:ext cx="12192000" cy="6819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639"/>
            <a:ext cx="12192000" cy="6830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 txBox="1"/>
          <p:nvPr/>
        </p:nvSpPr>
        <p:spPr>
          <a:xfrm>
            <a:off x="502920" y="228600"/>
            <a:ext cx="735002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Execução no Wokwi e seleção dos áudios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9" descr="Escolher_audio_tes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188720"/>
            <a:ext cx="5669280" cy="4830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9" descr="INFERENCI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37960" y="1234440"/>
            <a:ext cx="5074920" cy="301824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9"/>
          <p:cNvSpPr txBox="1"/>
          <p:nvPr/>
        </p:nvSpPr>
        <p:spPr>
          <a:xfrm>
            <a:off x="685800" y="5303520"/>
            <a:ext cx="1078992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 txBox="1"/>
          <p:nvPr/>
        </p:nvSpPr>
        <p:spPr>
          <a:xfrm>
            <a:off x="502920" y="228600"/>
            <a:ext cx="1023709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Resultados: 6 áudios inéditos para a inferência embarcada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5" name="Google Shape;215;p10"/>
          <p:cNvGraphicFramePr/>
          <p:nvPr/>
        </p:nvGraphicFramePr>
        <p:xfrm>
          <a:off x="685800" y="1325880"/>
          <a:ext cx="10789900" cy="3200400"/>
        </p:xfrm>
        <a:graphic>
          <a:graphicData uri="http://schemas.openxmlformats.org/drawingml/2006/table">
            <a:tbl>
              <a:tblPr firstRow="1" bandRow="1">
                <a:noFill/>
                <a:tableStyleId>{DB44E3FE-4188-451E-8328-7880FBF265C4}</a:tableStyleId>
              </a:tblPr>
              <a:tblGrid>
                <a:gridCol w="269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Teste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Classe real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Previsão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Resultado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ABRIR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ABRIR 99,22%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Correto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ABRIR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ABRIR 100,00%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Correto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FECHAR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FECHAR 97,27%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Correto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FECHAR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FECHAR 97,27%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Correto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05 – ElevenLabs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FECHAR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FECHAR 96,88%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Correto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06 – Audacity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ABRIR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FECHAR 96,88%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Incorreto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6" name="Google Shape;216;p10"/>
          <p:cNvSpPr txBox="1"/>
          <p:nvPr/>
        </p:nvSpPr>
        <p:spPr>
          <a:xfrm>
            <a:off x="685800" y="4983480"/>
            <a:ext cx="10789920" cy="1554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quatro primeiros testes cegos foram corretos.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teste 05 também generalizou para uma nova voz.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teste 06 errou com alta confiança: evidência de que o dataset ainda precisa de maior diversidade de locutores</a:t>
            </a: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 txBox="1"/>
          <p:nvPr/>
        </p:nvSpPr>
        <p:spPr>
          <a:xfrm>
            <a:off x="502920" y="228600"/>
            <a:ext cx="554350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Evidências dos testes externos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11" descr="TESTE_AUDIO_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840" y="1234440"/>
            <a:ext cx="5303520" cy="5265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1" descr="TESTE_AUDIO_0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3640" y="1234440"/>
            <a:ext cx="5303520" cy="249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2" descr="a_wide_infographic_poster_with_a_clean_block_dia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39" y="228600"/>
            <a:ext cx="11931445" cy="64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Microsoft Office PowerPoint</Application>
  <PresentationFormat>Widescreen</PresentationFormat>
  <Paragraphs>38</Paragraphs>
  <Slides>12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 Reconhecimento de comandos de voz com Edge AI no ESP32-S3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Silvio Cesar</dc:creator>
  <cp:lastModifiedBy>igor nogueira</cp:lastModifiedBy>
  <cp:revision>2</cp:revision>
  <dcterms:created xsi:type="dcterms:W3CDTF">2013-01-27T09:14:16Z</dcterms:created>
  <dcterms:modified xsi:type="dcterms:W3CDTF">2026-10-08T19:32:21Z</dcterms:modified>
</cp:coreProperties>
</file>